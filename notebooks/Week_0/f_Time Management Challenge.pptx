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3AAA63-3D92-401D-B134-904D48767961}">
  <a:tblStyle styleId="{543AAA63-3D92-401D-B134-904D487679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1" Type="http://schemas.openxmlformats.org/officeDocument/2006/relationships/image" Target="../media/image2.png"/><Relationship Id="rId10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3842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MedTech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433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Week 0 Career Challenge: Strategic Time Management &amp; Priority Alignment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335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0335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Identifying the "Time Leaks"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443162"/>
            <a:ext cx="5286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Tracking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168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total hours revealed that passive activities were consuming high-energy windows. While academic commitments remained steady, "Shadow Work" and digital distractions significantly diluted the quality of deep work sessions.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06241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Primary Insight: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 don't lack time; we lack intentionality.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431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Auditing the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Last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7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Days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0675"/>
            <a:ext cx="110490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Where the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Time Actually Went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0675"/>
            <a:ext cx="110490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571500" y="5224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Leveraging morning peaks for Deep Work blocks.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Biometric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Focus Trends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5619750" y="26670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95275" y="2990850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20-Hour</a:t>
            </a: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Window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571500" y="4000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Realistic Weekly Strategy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23813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18"/>
          <p:cNvGraphicFramePr/>
          <p:nvPr/>
        </p:nvGraphicFramePr>
        <p:xfrm>
          <a:off x="571500" y="2986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{543AAA63-3D92-401D-B134-904D48767961}</a:tableStyleId>
              </a:tblPr>
              <a:tblGrid>
                <a:gridCol w="2206525"/>
                <a:gridCol w="3326000"/>
                <a:gridCol w="3293575"/>
                <a:gridCol w="222290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Block Type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Monday - Friday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Saturday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Sunday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Deep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07:00 - 10:00 (MedTech/</a:t>
                      </a:r>
                      <a:r>
                        <a:rPr lang="en-US" sz="12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Lectures</a:t>
                      </a: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09:00 - 12:00 (MedTech)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Rest / Planning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Reactive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10:00 - 12:00 (Lectures/Meetings)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Errands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Family/Social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Evening Sprint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20:00 - 21:00 (Review)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Reflection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Prep for Week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8"/>
          <p:cNvSpPr/>
          <p:nvPr/>
        </p:nvSpPr>
        <p:spPr>
          <a:xfrm>
            <a:off x="571500" y="3448050"/>
            <a:ext cx="2206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778025" y="3448050"/>
            <a:ext cx="33260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104036" y="3448050"/>
            <a:ext cx="3293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9397603" y="3448050"/>
            <a:ext cx="22228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71500" y="3924300"/>
            <a:ext cx="2206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2778025" y="3924300"/>
            <a:ext cx="33260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104036" y="3924300"/>
            <a:ext cx="3293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9397603" y="3924300"/>
            <a:ext cx="22228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571500" y="4400550"/>
            <a:ext cx="2206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2778025" y="4400550"/>
            <a:ext cx="33260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104036" y="4400550"/>
            <a:ext cx="3293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9397603" y="4400550"/>
            <a:ext cx="22228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71500" y="4876800"/>
            <a:ext cx="2206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778025" y="4876800"/>
            <a:ext cx="33260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104036" y="4876800"/>
            <a:ext cx="3293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9397603" y="4876800"/>
            <a:ext cx="22228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Protected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MedTech Blocks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3637"/>
            <a:ext cx="349240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33637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33637"/>
            <a:ext cx="349240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765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914400" y="353853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Q1: DO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914400" y="4052887"/>
            <a:ext cx="2806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Urgent exams, immediate lab submissions.</a:t>
            </a:r>
            <a:endParaRPr/>
          </a:p>
        </p:txBody>
      </p:sp>
      <p:pic>
        <p:nvPicPr>
          <p:cNvPr descr="image.png" id="155" name="Google Shape;1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2550" y="27765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4692550" y="3538537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Q2: SCHEDULE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692550" y="4052887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20-Hour MedTech Challenge.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Strategic growth and network building.</a:t>
            </a:r>
            <a:endParaRPr/>
          </a:p>
        </p:txBody>
      </p:sp>
      <p:pic>
        <p:nvPicPr>
          <p:cNvPr descr="image.png" id="158" name="Google Shape;15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0850" y="27765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8470850" y="353853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Q4: DELETE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470850" y="4052887"/>
            <a:ext cx="2806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Unstructured doom scrolling, low-value digital content.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0137" y="29479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64000" y="29479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56587" y="29479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Framework: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Eisenhower Matrix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3133725"/>
            <a:ext cx="4191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20h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4467225"/>
            <a:ext cx="4191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Protected Per Week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334000" y="3133725"/>
            <a:ext cx="6286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15%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334000" y="4467225"/>
            <a:ext cx="6286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Screen Time Reduction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Quantifiable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Targets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3358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431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952500" y="2185987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Circadian Alignment: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Scheduling 20 hours of MedTech work during peak energy windows (07:00-10:00) ensures maximum cognitive throughput.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952500" y="3281362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Protected Windows: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By "blocking" time, these hours become non-negotiable appointments with career growth.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952500" y="4376737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Recovery Buffers: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Sunday is intentionally left for active recovery to prevent burnout in a high-pressure MedTech environment.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71500" y="21859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32813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43767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Why This Schedule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Works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2190750" y="2824162"/>
            <a:ext cx="78105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"Time is what we want most, but what we use worst." 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329237" y="4214812"/>
            <a:ext cx="153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— William Penn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762000" y="2443162"/>
            <a:ext cx="58007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Vision for </a:t>
            </a:r>
            <a:r>
              <a:rPr b="0" i="0" lang="en-US" sz="4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Excellence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762000" y="3367087"/>
            <a:ext cx="552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Consistent, disciplined scheduling is the foundation of MedTech innovation. By protecting 20 hours, we aren't just managing time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are engineering success.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295275" y="24526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Next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Steps</a:t>
            </a: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571500" y="35575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Implementation starts tomorrow. Ready for Week 1.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